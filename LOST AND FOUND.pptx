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56299dc1618b9a3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56299dc1618b9a3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56299dc1618b9a3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56299dc1618b9a3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56299dc1618b9a3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56299dc1618b9a3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56299dc1618b9a3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56299dc1618b9a3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56299dc1618b9a3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56299dc1618b9a3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56299dc1618b9a3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56299dc1618b9a3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56299dc1618b9a3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56299dc1618b9a3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56299dc1618b9a3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56299dc1618b9a3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56299dc1618b9a31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56299dc1618b9a3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56299dc1618b9a3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56299dc1618b9a3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b="0" l="29" r="19" t="0"/>
          <a:stretch/>
        </p:blipFill>
        <p:spPr>
          <a:xfrm>
            <a:off x="-35700" y="0"/>
            <a:ext cx="9210675" cy="51476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roduction&#10;&#10;Losing personal items is common in college campuses&#10;&#10;Difficult to trace lost belongings&#10;&#10;Lack of proper communication system&#10;&#10;Need for a centralized digital solution"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oblem Statement&#10;&#10;No organized system to report lost/found items&#10;&#10;Students rely on manual methods (notice boards, word of mouth)&#10;&#10;Low chances of recovering lost items&#10;&#10;Time-consuming and inefficient process&#10;"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Existing System&#10;&#10;Notice boards and informal communication&#10;&#10;No digital record&#10;&#10;No real-time updates&#10;&#10;Difficult to manage large data&#10;&#10;Inefficient tracking"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oposed System&#10;&#10;Web/Mobile-based application&#10;&#10;Users can report lost/found items&#10;&#10;Upload item details and images&#10;&#10;Centralized database&#10;&#10;Automatic matching and notifications"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esign a sample ui of the the lost found app , how the will look like tht detail" id="79" name="Google Shape;7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ethodology / Working&#10;&#10;1. User registers and logs in&#10;&#10;&#10;2. Reports lost or found item&#10;&#10;&#10;3. Data stored in database&#10;&#10;&#10;4. System searches for matches&#10;&#10;&#10;5. Notifications sent to users&#10;&#10;&#10;6. Users contact each other&#10;&#10;&#10;7. Item is returned&#10;&#10;" id="84" name="Google Shape;8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chnologies Used&#10;&#10;Frontend: HTML, CSS, JavaScript / React&#10;&#10;Backend: Node.js / Python&#10;&#10;Database: MySQL / Firebase&#10;&#10;Tools: VS Code, Git" id="89" name="Google Shape;8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dvantages &amp; Applications&#10;&#10;Advantages:&#10;&#10;Easy to use&#10;&#10;Saves time&#10;&#10;Faster item recovery&#10;&#10;Centralized system&#10;&#10;&#10;Applications:&#10;&#10;Colleges &amp; Universities&#10;&#10;Hostels&#10;&#10;Offices&#10;&#10;Public places&#10;&#10;&#10;&#10;---&#10;" id="94" name="Google Shape;9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Slide 12: Conclusion &amp; Future Scope&#10;&#10;Conclusion:&#10;&#10;Provides an efficient solution for lost items&#10;&#10;Improves communication&#10;&#10;Increases recovery rate&#10;&#10;&#10;Future Scope:&#10;&#10;AI-based matching&#10;&#10;QR code tracking&#10;&#10;Mobile app development" id="99" name="Google Shape;9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